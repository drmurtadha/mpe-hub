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175c473b24a26" /><Relationship Type="http://schemas.openxmlformats.org/officeDocument/2006/relationships/extended-properties" Target="/docProps/app.xml" Id="R5cf9422a83144ff4" /><Relationship Type="http://schemas.openxmlformats.org/officeDocument/2006/relationships/officeDocument" Target="/ppt/presentation.xml" Id="R5b10a61b31b6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d2b5e9f4d4ef3"/>
  </p:sldMasterIdLst>
  <p:notesMasterIdLst>
    <p:notesMasterId xmlns:r="http://schemas.openxmlformats.org/officeDocument/2006/relationships" r:id="R504d9e8e07664f0e"/>
  </p:notesMasterIdLst>
  <p:sldIdLst>
    <p:sldId xmlns:r="http://schemas.openxmlformats.org/officeDocument/2006/relationships" id="256" r:id="Rb044fe7895394e00"/>
    <p:sldId xmlns:r="http://schemas.openxmlformats.org/officeDocument/2006/relationships" id="257" r:id="R2a9aca90f94d48ee"/>
    <p:sldId xmlns:r="http://schemas.openxmlformats.org/officeDocument/2006/relationships" id="258" r:id="R0d8feab672014f2a"/>
    <p:sldId xmlns:r="http://schemas.openxmlformats.org/officeDocument/2006/relationships" id="259" r:id="Rb1a25101d2794498"/>
    <p:sldId xmlns:r="http://schemas.openxmlformats.org/officeDocument/2006/relationships" id="260" r:id="R1274fe2bdd15470e"/>
    <p:sldId xmlns:r="http://schemas.openxmlformats.org/officeDocument/2006/relationships" id="261" r:id="Ra3b50801e18a4409"/>
    <p:sldId xmlns:r="http://schemas.openxmlformats.org/officeDocument/2006/relationships" id="262" r:id="Rcf225cf101df4c16"/>
    <p:sldId xmlns:r="http://schemas.openxmlformats.org/officeDocument/2006/relationships" id="263" r:id="R641d1e35def947e7"/>
    <p:sldId xmlns:r="http://schemas.openxmlformats.org/officeDocument/2006/relationships" id="264" r:id="Rbb82545b7d1e411d"/>
    <p:sldId xmlns:r="http://schemas.openxmlformats.org/officeDocument/2006/relationships" id="265" r:id="R298a74d46de340a2"/>
    <p:sldId xmlns:r="http://schemas.openxmlformats.org/officeDocument/2006/relationships" id="266" r:id="R4f8a55827cca49cc"/>
    <p:sldId xmlns:r="http://schemas.openxmlformats.org/officeDocument/2006/relationships" id="267" r:id="Re5d4515a69164052"/>
    <p:sldId xmlns:r="http://schemas.openxmlformats.org/officeDocument/2006/relationships" id="268" r:id="Rda248c991d6f414c"/>
    <p:sldId xmlns:r="http://schemas.openxmlformats.org/officeDocument/2006/relationships" id="269" r:id="Rc85a7fb472ff4a1c"/>
    <p:sldId xmlns:r="http://schemas.openxmlformats.org/officeDocument/2006/relationships" id="270" r:id="Ra96d7f55a3694cee"/>
    <p:sldId xmlns:r="http://schemas.openxmlformats.org/officeDocument/2006/relationships" id="271" r:id="R136f15bb84ae45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136c1640b4be0" /><Relationship Type="http://schemas.openxmlformats.org/officeDocument/2006/relationships/slideMaster" Target="/ppt/slideMasters/slideMaster1.xml" Id="Rda9d2b5e9f4d4ef3" /><Relationship Type="http://schemas.openxmlformats.org/officeDocument/2006/relationships/notesMaster" Target="/ppt/notesMasters/notesMaster1.xml" Id="R504d9e8e07664f0e" /><Relationship Type="http://schemas.openxmlformats.org/officeDocument/2006/relationships/presProps" Target="/ppt/presProps.xml" Id="Ra9092268245f4fa3" /><Relationship Type="http://schemas.openxmlformats.org/officeDocument/2006/relationships/tableStyles" Target="/ppt/tableStyles.xml" Id="R860113851c454ec7" /><Relationship Type="http://schemas.openxmlformats.org/officeDocument/2006/relationships/slide" Target="/ppt/slides/slide1.xml" Id="Rb044fe7895394e00" /><Relationship Type="http://schemas.openxmlformats.org/officeDocument/2006/relationships/slide" Target="/ppt/slides/slide2.xml" Id="R2a9aca90f94d48ee" /><Relationship Type="http://schemas.openxmlformats.org/officeDocument/2006/relationships/slide" Target="/ppt/slides/slide3.xml" Id="R0d8feab672014f2a" /><Relationship Type="http://schemas.openxmlformats.org/officeDocument/2006/relationships/slide" Target="/ppt/slides/slide4.xml" Id="Rb1a25101d2794498" /><Relationship Type="http://schemas.openxmlformats.org/officeDocument/2006/relationships/slide" Target="/ppt/slides/slide5.xml" Id="R1274fe2bdd15470e" /><Relationship Type="http://schemas.openxmlformats.org/officeDocument/2006/relationships/slide" Target="/ppt/slides/slide6.xml" Id="Ra3b50801e18a4409" /><Relationship Type="http://schemas.openxmlformats.org/officeDocument/2006/relationships/slide" Target="/ppt/slides/slide7.xml" Id="Rcf225cf101df4c16" /><Relationship Type="http://schemas.openxmlformats.org/officeDocument/2006/relationships/slide" Target="/ppt/slides/slide8.xml" Id="R641d1e35def947e7" /><Relationship Type="http://schemas.openxmlformats.org/officeDocument/2006/relationships/slide" Target="/ppt/slides/slide9.xml" Id="Rbb82545b7d1e411d" /><Relationship Type="http://schemas.openxmlformats.org/officeDocument/2006/relationships/slide" Target="/ppt/slides/slide10.xml" Id="R298a74d46de340a2" /><Relationship Type="http://schemas.openxmlformats.org/officeDocument/2006/relationships/slide" Target="/ppt/slides/slide11.xml" Id="R4f8a55827cca49cc" /><Relationship Type="http://schemas.openxmlformats.org/officeDocument/2006/relationships/slide" Target="/ppt/slides/slide12.xml" Id="Re5d4515a69164052" /><Relationship Type="http://schemas.openxmlformats.org/officeDocument/2006/relationships/slide" Target="/ppt/slides/slide13.xml" Id="Rda248c991d6f414c" /><Relationship Type="http://schemas.openxmlformats.org/officeDocument/2006/relationships/slide" Target="/ppt/slides/slide14.xml" Id="Rc85a7fb472ff4a1c" /><Relationship Type="http://schemas.openxmlformats.org/officeDocument/2006/relationships/slide" Target="/ppt/slides/slide15.xml" Id="Ra96d7f55a3694cee" /><Relationship Type="http://schemas.openxmlformats.org/officeDocument/2006/relationships/slide" Target="/ppt/slides/slide16.xml" Id="R136f15bb84ae45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ae78ad18e4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839dc4ac7b427b" /><Relationship Type="http://schemas.openxmlformats.org/officeDocument/2006/relationships/notesMaster" Target="/ppt/notesMasters/notesMaster1.xml" Id="R2991c8b1275c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303ebd362d47b9" /><Relationship Type="http://schemas.openxmlformats.org/officeDocument/2006/relationships/notesMaster" Target="/ppt/notesMasters/notesMaster1.xml" Id="R076f74c4881143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a7817a23aa4a79" /><Relationship Type="http://schemas.openxmlformats.org/officeDocument/2006/relationships/notesMaster" Target="/ppt/notesMasters/notesMaster1.xml" Id="R6ba63e5b01254d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2cc43ef1f4553" /><Relationship Type="http://schemas.openxmlformats.org/officeDocument/2006/relationships/notesMaster" Target="/ppt/notesMasters/notesMaster1.xml" Id="R1d8a01a7fdb14c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c74de42db647d7" /><Relationship Type="http://schemas.openxmlformats.org/officeDocument/2006/relationships/notesMaster" Target="/ppt/notesMasters/notesMaster1.xml" Id="R8245444e90a5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5ebcd1d74ba5" /><Relationship Type="http://schemas.openxmlformats.org/officeDocument/2006/relationships/notesMaster" Target="/ppt/notesMasters/notesMaster1.xml" Id="R5e7c51e19fd14c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00ce4ecdce4e0d" /><Relationship Type="http://schemas.openxmlformats.org/officeDocument/2006/relationships/notesMaster" Target="/ppt/notesMasters/notesMaster1.xml" Id="R2334a9370a7941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a74dd67c304126" /><Relationship Type="http://schemas.openxmlformats.org/officeDocument/2006/relationships/notesMaster" Target="/ppt/notesMasters/notesMaster1.xml" Id="Rfebedb9e808b48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6136a4809b443d" /><Relationship Type="http://schemas.openxmlformats.org/officeDocument/2006/relationships/notesMaster" Target="/ppt/notesMasters/notesMaster1.xml" Id="Rdd48026fa8a746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a1a1e094dc4907" /><Relationship Type="http://schemas.openxmlformats.org/officeDocument/2006/relationships/notesMaster" Target="/ppt/notesMasters/notesMaster1.xml" Id="R8e1636b86eea4d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a6391724dc45c1" /><Relationship Type="http://schemas.openxmlformats.org/officeDocument/2006/relationships/notesMaster" Target="/ppt/notesMasters/notesMaster1.xml" Id="R269c527c408c42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e5651254c4caf" /><Relationship Type="http://schemas.openxmlformats.org/officeDocument/2006/relationships/notesMaster" Target="/ppt/notesMasters/notesMaster1.xml" Id="R5a352349602c45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4c463a65ef474e" /><Relationship Type="http://schemas.openxmlformats.org/officeDocument/2006/relationships/notesMaster" Target="/ppt/notesMasters/notesMaster1.xml" Id="R9a5a7271a9dc40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6d6cbc62fe49a0" /><Relationship Type="http://schemas.openxmlformats.org/officeDocument/2006/relationships/notesMaster" Target="/ppt/notesMasters/notesMaster1.xml" Id="Rb07341b15b3940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7abf8cb75f4912" /><Relationship Type="http://schemas.openxmlformats.org/officeDocument/2006/relationships/notesMaster" Target="/ppt/notesMasters/notesMaster1.xml" Id="Rc635b5eba24b4a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441f4024ac4962" /><Relationship Type="http://schemas.openxmlformats.org/officeDocument/2006/relationships/notesMaster" Target="/ppt/notesMasters/notesMaster1.xml" Id="R4b5bb0767a634e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00d055d96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433e08b7704044" /><Relationship Type="http://schemas.openxmlformats.org/officeDocument/2006/relationships/slideLayout" Target="/ppt/slideLayouts/slideLayout1.xml" Id="R1ce257886f1743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e257886f1743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281d2dee54324" /><Relationship Type="http://schemas.openxmlformats.org/officeDocument/2006/relationships/notesSlide" Target="/ppt/notesSlides/notesSlide1.xml" Id="Rd418c302242f4b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02836e66f4bae" /><Relationship Type="http://schemas.openxmlformats.org/officeDocument/2006/relationships/image" Target="/ppt/media/image.png" Id="Rc30808cfb3aa499b" /><Relationship Type="http://schemas.openxmlformats.org/officeDocument/2006/relationships/notesSlide" Target="/ppt/notesSlides/notesSlide2.xml" Id="R58c5610d6396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4af51b9fd48f4" /><Relationship Type="http://schemas.openxmlformats.org/officeDocument/2006/relationships/notesSlide" Target="/ppt/notesSlides/notesSlide3.xml" Id="Ra1ebcb6a2df148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4f23dc61b4dac" /><Relationship Type="http://schemas.openxmlformats.org/officeDocument/2006/relationships/notesSlide" Target="/ppt/notesSlides/notesSlide4.xml" Id="R92deda591c7c44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911501d514f9b" /><Relationship Type="http://schemas.openxmlformats.org/officeDocument/2006/relationships/notesSlide" Target="/ppt/notesSlides/notesSlide5.xml" Id="Re24156673edc42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fe1adfc6f4a7c" /><Relationship Type="http://schemas.openxmlformats.org/officeDocument/2006/relationships/notesSlide" Target="/ppt/notesSlides/notesSlide6.xml" Id="R042fad99001948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978e9468641e9" /><Relationship Type="http://schemas.openxmlformats.org/officeDocument/2006/relationships/notesSlide" Target="/ppt/notesSlides/notesSlide7.xml" Id="Rdc81567db72e4e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ed2d3578e4014" /><Relationship Type="http://schemas.openxmlformats.org/officeDocument/2006/relationships/notesSlide" Target="/ppt/notesSlides/notesSlide8.xml" Id="R38aa4c575f474a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4e2ac9180483c" /><Relationship Type="http://schemas.openxmlformats.org/officeDocument/2006/relationships/notesSlide" Target="/ppt/notesSlides/notesSlide9.xml" Id="Raeaf698a92474c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a07d9eaa44b24" /><Relationship Type="http://schemas.openxmlformats.org/officeDocument/2006/relationships/notesSlide" Target="/ppt/notesSlides/notesSlide10.xml" Id="R5d754f68138941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7e2cb2abe4d7a" /><Relationship Type="http://schemas.openxmlformats.org/officeDocument/2006/relationships/notesSlide" Target="/ppt/notesSlides/notesSlide11.xml" Id="Rc6f0e4e20ceb46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03fc9cd7e43a4" /><Relationship Type="http://schemas.openxmlformats.org/officeDocument/2006/relationships/notesSlide" Target="/ppt/notesSlides/notesSlide12.xml" Id="R1f7a9f04cfd648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50c40e03a4bd6" /><Relationship Type="http://schemas.openxmlformats.org/officeDocument/2006/relationships/notesSlide" Target="/ppt/notesSlides/notesSlide13.xml" Id="R417f37a2f9204a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548c6340e4134" /><Relationship Type="http://schemas.openxmlformats.org/officeDocument/2006/relationships/notesSlide" Target="/ppt/notesSlides/notesSlide14.xml" Id="R6b48ec56ffe241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e38c0f865478b" /><Relationship Type="http://schemas.openxmlformats.org/officeDocument/2006/relationships/notesSlide" Target="/ppt/notesSlides/notesSlide15.xml" Id="R2dee512547914c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07f80c79a46ca" /><Relationship Type="http://schemas.openxmlformats.org/officeDocument/2006/relationships/notesSlide" Target="/ppt/notesSlides/notesSlide16.xml" Id="Rf740adef9f32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4A16DC8-674B-4CBA-B1F5-EBD287EC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BENGKEL TRANSFORMASI DIGITAL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D8D8B7-B753-4921-A87D-1F5502C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32C45"/>
                </a:solidFill>
              </a:defRPr>
            </a:pPr>
            <a:r>
              <a:rPr sz="5700" b="1">
                <a:solidFill>
                  <a:srgbClr val="132C45"/>
                </a:solidFill>
              </a:rPr>
              <a:t>MPE Hub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7F25748-964F-418F-8F52-6ED3AFE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C45"/>
                </a:solidFill>
              </a:defRPr>
            </a:pPr>
            <a:r>
              <a:rPr sz="2700" b="1">
                <a:solidFill>
                  <a:srgbClr val="132C45"/>
                </a:solidFill>
              </a:rPr>
              <a:t>Daripada idea kepada aplikasi web operasi makmal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3864D1-27D6-4FAA-938B-9296E3C4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Buku Log Makmal · KEW.PA-9 · MCCB Test Report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7E7AB9-CAA9-4B1F-B203-3000A912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874"/>
                </a:solidFill>
              </a:defRPr>
            </a:pPr>
            <a:r>
              <a:rPr sz="1500" b="0">
                <a:solidFill>
                  <a:srgbClr val="5B6874"/>
                </a:solidFill>
              </a:rPr>
              <a:t>28–29 Julai 2026  |  CREaTE JKR, Alor Gajah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4F587-F9BC-4783-8006-2176D6F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1717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CF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84FDAE-27C0-4F33-908E-CB37021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976D2"/>
                </a:solidFill>
              </a:defRPr>
            </a:pPr>
            <a:r>
              <a:rPr sz="5400" b="1">
                <a:solidFill>
                  <a:srgbClr val="1976D2"/>
                </a:solidFill>
              </a:rPr>
              <a:t>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6827D3-67C6-4313-98B4-0682662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62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modul operasi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1880F0-C837-4D5F-B177-4228D46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32C45"/>
                </a:solidFill>
              </a:defRPr>
            </a:pPr>
            <a:r>
              <a:rPr sz="4800" b="1">
                <a:solidFill>
                  <a:srgbClr val="132C45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CFF6D8-BD3E-4C64-8C9C-0411F8F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10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storan berpusat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3A2650-CC54-46B1-8E75-3825650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24400"/>
            <a:ext cx="160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4C542"/>
                </a:solidFill>
              </a:defRPr>
            </a:pPr>
            <a:r>
              <a:rPr sz="4650" b="1">
                <a:solidFill>
                  <a:srgbClr val="F4C542"/>
                </a:solidFill>
              </a:rPr>
              <a:t>∞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04A6ADD-7720-455D-9643-038E286E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874"/>
                </a:solidFill>
              </a:defRPr>
            </a:pPr>
            <a:r>
              <a:rPr sz="1200" b="0">
                <a:solidFill>
                  <a:srgbClr val="5B6874"/>
                </a:solidFill>
              </a:rPr>
              <a:t>boleh dikembangkan</a:t>
            </a:r>
          </a:p>
        </p:txBody>
      </p:sp>
    </p:spTree>
    <p:extLst>
      <p:ext uri="{BB962C8B-B14F-4D97-AF65-F5344CB8AC3E}">
        <p14:creationId xmlns:p14="http://schemas.microsoft.com/office/powerpoint/2010/main" val="1067900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65F59A9-66C2-40A7-B454-08199409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KONTEKS RASMI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68C77B-E661-4632-AD72-FBFF8F00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Kajian kes ini memenuhi hasil lima modul bengkel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8D6D8D-2A43-4FFD-B6E2-12722BA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808cfb3aa499b"/>
          <a:stretch xmlns:a="http://schemas.openxmlformats.org/drawingml/2006/main"/>
        </p:blipFill>
        <p:spPr>
          <a:xfrm xmlns:a="http://schemas.openxmlformats.org/drawingml/2006/main">
            <a:off x="1163863" y="1752600"/>
            <a:ext cx="3044375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91C20-29B1-464B-98E9-B2A3BFF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526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AA529-44A0-4BA7-8643-AE064314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526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1CB9CA-74BD-43C2-A531-AD1ED0B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24050"/>
            <a:ext cx="567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28 Julai · Modul 1–3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7C337E-BA7D-4368-9CA0-C89E4DA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24100"/>
            <a:ext cx="567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Aplikasi pintar → automasi dokumen → analisis data dan pengurusan rekod teknikal.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CC2CA-F2AB-446B-994C-6E51ECE6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B06A0-21B4-4A8E-B219-20CAFEE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A63"/>
          </a:solidFill>
          <a:ln xmlns:a="http://schemas.openxmlformats.org/drawingml/2006/main" w="9525">
            <a:solidFill>
              <a:srgbClr val="208A63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10EAD1-3269-439B-92C7-A4949B7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567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29 Julai · Modul 3–5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474777-A594-4035-A958-6DC484BA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52800"/>
            <a:ext cx="567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Analisis rekod → automasi aliran kerja → dokumen projek dan pembentangan.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33779-D2F2-406A-AD4C-F46214C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6096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BFA928D-B415-4218-986B-4FBD98EA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1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Hasil latihan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D26847-415D-49BD-920C-FE1B46F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72B7546-0085-4D9C-87A6-6A52B5F0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529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Membina aplikasi web responsif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53701E-DCB4-4593-92A9-F883835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149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D66459E-03EE-4414-9882-94466B9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149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Menyimpan data ke Google Sheets/Drive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8592917-8260-403C-A89B-1FEE733F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76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7C45C1-E42D-41D2-A16E-D6E04F5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Menerbitkan di GitHub Pages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B00976-6550-4E58-B92A-D414FE1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38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37FC6A4-30DC-4317-90DF-BC0DAFA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6388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Menilai akses, ujian dan penyelenggaraan</a:t>
            </a:r>
          </a:p>
        </p:txBody>
      </p:sp>
    </p:spTree>
    <p:extLst>
      <p:ext uri="{BB962C8B-B14F-4D97-AF65-F5344CB8AC3E}">
        <p14:creationId xmlns:p14="http://schemas.microsoft.com/office/powerpoint/2010/main" val="1498175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E1D9D08-0E80-4A73-BF34-49D5A25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HASIL PEMBELAJARAN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6C02AC-4768-4CB8-9564-005AD47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Pada akhir slot, peserta memahami seluruh rantaian sistem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6B5C05-B316-4FDE-AAE6-786FD8BA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DC683-5CE4-459D-B9E6-CE69C31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E2896C-55E6-4A34-AB26-806EDA0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2D2BF7-14FA-49EF-A450-09AFF6B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76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Takrif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6E6CFA-9F92-4886-B876-44D2A7E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764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Peta borang kepada medan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347D8-BFCD-422E-88C5-6B9B05C7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5410B5-72C3-4BBB-B708-E894FD0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C02BAA-1187-4791-BC30-7319E630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765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Bina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2D1ED7-41A4-4F7B-910D-3DE1EE8A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765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HTML, CSS dan JavaScript responsif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C565B-7552-4B00-973C-FC06DE80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DB0C6BA-8339-4925-B9B6-E7F6294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BC65004-57EB-4364-AA75-65E8BA7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Sambung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BC3EDD-D0E6-41D1-A6BE-A3DB9E7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Apps Script, Sheets dan Drive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DA7C7-AEFC-45FB-9E42-49382FA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3E60BE7-1170-412B-A7C7-8876DF49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8D6823-8089-4943-939D-5CB8D74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Terbit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3737E2E-B101-4BB3-82AB-1FC3FF3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767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GitHub, Pages dan dokumentasi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F922B-E317-475B-9F85-B8F3E79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104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8393E7E-8BC3-46D7-A32A-4F906D62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9F068DE-5FD9-4C69-8BEF-819893F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768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Kawal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98B7CB-B257-49F1-B8C2-EC57E668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768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Ujian, privasi dan operasi</a:t>
            </a:r>
          </a:p>
        </p:txBody>
      </p:sp>
    </p:spTree>
    <p:extLst>
      <p:ext uri="{BB962C8B-B14F-4D97-AF65-F5344CB8AC3E}">
        <p14:creationId xmlns:p14="http://schemas.microsoft.com/office/powerpoint/2010/main" val="1553473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1A8EC85-F711-44CD-A8C0-FE93278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SKOP PRODUK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F69F6A-769D-4ACD-A666-0792A07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Tiga rekod operasi menjadi satu pengalaman mudah alih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479DCF-8DE2-4E38-9A2B-A43C89F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04817-5DDA-4B31-9378-E077272D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333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F991D6-49DE-423E-8021-204E1D0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76D2"/>
                </a:solidFill>
              </a:defRPr>
            </a:pPr>
            <a:r>
              <a:rPr sz="3300" b="1">
                <a:solidFill>
                  <a:srgbClr val="1976D2"/>
                </a:solidFill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BD35D6-CB8B-4801-8247-AC989C43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C45"/>
                </a:solidFill>
              </a:defRPr>
            </a:pPr>
            <a:r>
              <a:rPr sz="2100" b="1">
                <a:solidFill>
                  <a:srgbClr val="132C45"/>
                </a:solidFill>
              </a:rPr>
              <a:t>Buku Log Makmal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1392CE-5579-477A-941F-2F03CE47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Kehadiran · aktiviti · masa · status · lampiran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87152-2287-4382-BD86-7AF4229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876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B9EE9-F15F-483E-8B1A-59378089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3333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F3A1C5-27BB-40FE-A058-28ECC74D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8A63"/>
                </a:solidFill>
              </a:defRPr>
            </a:pPr>
            <a:r>
              <a:rPr sz="3300" b="1">
                <a:solidFill>
                  <a:srgbClr val="208A63"/>
                </a:solidFill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116CCF-0AE8-48D2-90D1-BB3D9DA4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C45"/>
                </a:solidFill>
              </a:defRPr>
            </a:pPr>
            <a:r>
              <a:rPr sz="2100" b="1">
                <a:solidFill>
                  <a:srgbClr val="132C45"/>
                </a:solidFill>
              </a:rPr>
              <a:t>KEW.PA-9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ED2D80E-D635-4314-B5D0-95E7237C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Pemohon · tujuan · lokasi · senarai aset ·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68B9F-A53B-4D84-A369-08ACEF8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10150"/>
            <a:ext cx="2876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A63"/>
          </a:solidFill>
          <a:ln xmlns:a="http://schemas.openxmlformats.org/drawingml/2006/main" w="9525">
            <a:solidFill>
              <a:srgbClr val="208A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0F86D-3A44-4948-AFA1-F5B3AFB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3337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6AC8E6-CA52-48C8-BF85-4CC84CF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C542"/>
                </a:solidFill>
              </a:defRPr>
            </a:pPr>
            <a:r>
              <a:rPr sz="3300" b="1">
                <a:solidFill>
                  <a:srgbClr val="F4C542"/>
                </a:solidFill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6CE3F9A-AF64-4724-8568-F884E530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C45"/>
                </a:solidFill>
              </a:defRPr>
            </a:pPr>
            <a:r>
              <a:rPr sz="2100" b="1">
                <a:solidFill>
                  <a:srgbClr val="132C45"/>
                </a:solidFill>
              </a:rPr>
              <a:t>MCCB Test Report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DCB3E40-ED67-4040-BD42-65CC54D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Butiran MCCB · arus ujian · trip time · bacaan · pengesahan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FA705-5750-4687-B67D-14E6E593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876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4C54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3F7E1BC-16F5-4322-9225-E34C0AAC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Dashboard menyatukan jumlah rekod, pinjaman aktif, kadar lulus dan tindakan belum selesai.</a:t>
            </a:r>
          </a:p>
        </p:txBody>
      </p:sp>
    </p:spTree>
    <p:extLst>
      <p:ext uri="{BB962C8B-B14F-4D97-AF65-F5344CB8AC3E}">
        <p14:creationId xmlns:p14="http://schemas.microsoft.com/office/powerpoint/2010/main" val="1452340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DD27D8F-072D-4801-B33D-FCE6558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SENI BINA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984FBD-0FD4-4044-8C2F-AB95B2B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Pisahkan paparan awam daripada storan milik organisasi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E69B72-0354-4B85-8DEA-672F5C5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595D3-70B1-4EFD-8887-9C333D7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A06224-EBCC-4A15-B044-88EF2CF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C45"/>
                </a:solidFill>
              </a:defRPr>
            </a:pPr>
            <a:r>
              <a:rPr sz="1725" b="1">
                <a:solidFill>
                  <a:srgbClr val="132C45"/>
                </a:solidFill>
              </a:rPr>
              <a:t>Telefon / Desktop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72859B-20FD-444E-870E-0C9DB295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Pengguna mengisi borang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15FDB8-18F6-4B44-AE64-68B876AE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527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</a:defRPr>
            </a:pPr>
            <a:r>
              <a:rPr sz="25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7AA0E-DD5C-4B90-8097-E31F4E9E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D87008-66F5-4D81-8F79-97FF9233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C45"/>
                </a:solidFill>
              </a:defRPr>
            </a:pPr>
            <a:r>
              <a:rPr sz="1725" b="1">
                <a:solidFill>
                  <a:srgbClr val="132C45"/>
                </a:solidFill>
              </a:rPr>
              <a:t>GitHub Pages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32E4F8-0C24-401A-9C3F-1A66223E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HTML · CSS · JavaScript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5C4FE91-56F0-4707-9729-82F55A2B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527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</a:defRPr>
            </a:pPr>
            <a:r>
              <a:rPr sz="25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0FF07-1002-4F63-B8E1-B26040E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4830C9-A139-46D9-9F32-E05C105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C45"/>
                </a:solidFill>
              </a:defRPr>
            </a:pPr>
            <a:r>
              <a:rPr sz="1725" b="1">
                <a:solidFill>
                  <a:srgbClr val="132C45"/>
                </a:solidFill>
              </a:rPr>
              <a:t>Apps Script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6F0EF75-797C-4FC9-9762-A1C7B59F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API GET / POST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F0EA983-C8F3-4D78-BD1C-43BFCB36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976D2"/>
                </a:solidFill>
              </a:defRPr>
            </a:pPr>
            <a:r>
              <a:rPr sz="25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6B0EB-50AC-40D0-99F9-7889F8A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208A63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1F5733-31E6-41D7-AC27-83F28D86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C45"/>
                </a:solidFill>
              </a:defRPr>
            </a:pPr>
            <a:r>
              <a:rPr sz="1725" b="1">
                <a:solidFill>
                  <a:srgbClr val="132C45"/>
                </a:solidFill>
              </a:rPr>
              <a:t>Sheets + Drive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922FFC-2784-4BF8-8287-31671BF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Rekod + lampiran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BF0CF-83AB-469A-A312-12B4BF35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8400"/>
            <a:ext cx="1257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840ADAF-4D44-4583-81AE-EE62D9D4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C542"/>
                </a:solidFill>
              </a:defRPr>
            </a:pPr>
            <a:r>
              <a:rPr sz="1950" b="1">
                <a:solidFill>
                  <a:srgbClr val="F4C542"/>
                </a:solidFill>
              </a:rPr>
              <a:t>JSON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425F820-E5C1-4251-8018-8C31BBEA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147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status + ID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D408635-8147-4619-9793-A4822FFC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C45"/>
                </a:solidFill>
              </a:defRPr>
            </a:pPr>
            <a:r>
              <a:rPr sz="1800" b="1">
                <a:solidFill>
                  <a:srgbClr val="132C45"/>
                </a:solidFill>
              </a:rPr>
              <a:t>Kredensial Google tidak pernah diletakkan dalam kod pelayar.</a:t>
            </a:r>
          </a:p>
        </p:txBody>
      </p:sp>
    </p:spTree>
    <p:extLst>
      <p:ext uri="{BB962C8B-B14F-4D97-AF65-F5344CB8AC3E}">
        <p14:creationId xmlns:p14="http://schemas.microsoft.com/office/powerpoint/2010/main" val="112949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E46D83E-0C2B-4960-A24B-B8C93D0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REPOSITORI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ED0979-3913-415F-A576-B1B0C072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Tujuh fail menerangkan seluruh aplikasi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812486-FA57-44F6-95B4-2621ADED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2E44A-AC0C-4014-A589-C48D9EDA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A962CFA-027C-462C-B1D7-CA5D142D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index.html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F67A8D-08F7-452E-BDDC-A5ECC091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85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Struktur paparan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867C7-35C8-4715-B46F-EA4323C2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3F4560-7142-4119-B127-CF49E7D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styles.css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3F6610-2507-4047-92A7-56564692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Reka bentuk responsif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2F2D-11CE-4C7B-8978-C3EC1F7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378D525-D15C-4548-947E-0A95DFFD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app.js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5B3F11-B2FD-4EDA-9A52-0E10556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Interaksi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57DAC-8E91-4621-A3D0-DD8EF82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EB7A01A-FB25-4064-94D3-49C3A54B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config.js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3EEB2F-3DF1-4B8B-A812-DB259B3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URL 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8FC07-9C98-40A7-8B3D-F1F3A43A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C2FC2F-135F-4BD3-93C2-165B1D83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Code.gs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F3ED2F8-E5DE-45F5-AF08-6BD48C02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Backend Drive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40650-94D0-4D6C-B11E-98F1F44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0DFF6C8-9B5B-4FEE-9F9A-3850F4C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docs.html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66F4E91-2ABB-4271-BE33-2870B602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Panduan latihan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21D60-8821-4E50-9A60-E02F2B1A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C2A1FB1-47A6-430B-BCC8-084D1714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downloads/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8AE62D3-A1C4-47DC-944D-FB8AAEE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57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PDF + PPTX</a:t>
            </a:r>
          </a:p>
        </p:txBody>
      </p:sp>
    </p:spTree>
    <p:extLst>
      <p:ext uri="{BB962C8B-B14F-4D97-AF65-F5344CB8AC3E}">
        <p14:creationId xmlns:p14="http://schemas.microsoft.com/office/powerpoint/2010/main" val="1866106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0F17058-E9DC-47D0-9625-F7FEDD0B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ANTARA MUKA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26B82A-13C1-4115-95DC-2839CB9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Reka untuk jari, medan teknikal dan keadaan ralat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0315FA-9EA0-44E6-AF18-82D10AD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C5CE8-3B1C-4C6B-A106-0AA4170F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A6654-D73B-463E-8D74-FAEE39B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9658C3-17F0-43F8-9AB6-1BF2593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C45"/>
                </a:solidFill>
              </a:defRPr>
            </a:pPr>
            <a:r>
              <a:rPr sz="1800" b="1">
                <a:solidFill>
                  <a:srgbClr val="132C45"/>
                </a:solidFill>
              </a:rPr>
              <a:t>MPE Hub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F6B9AF-ED95-4765-805D-3F0DD96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09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80631-B452-48C7-A5DB-A528155D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055594-36BE-4D4D-A37B-894E103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C45"/>
                </a:solidFill>
              </a:defRPr>
            </a:pPr>
            <a:r>
              <a:rPr sz="1350" b="0">
                <a:solidFill>
                  <a:srgbClr val="132C45"/>
                </a:solidFill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50B9B-8889-4F53-B5C2-24C7EB91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DEE4FCD-FCFE-43D5-93DD-4D1F65F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Buku 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55323-F0F2-4605-9BCD-4AFE90F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2349245-8F04-477F-8255-16175215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C45"/>
                </a:solidFill>
              </a:defRPr>
            </a:pPr>
            <a:r>
              <a:rPr sz="1350" b="0">
                <a:solidFill>
                  <a:srgbClr val="132C45"/>
                </a:solidFill>
              </a:rPr>
              <a:t>KEW.PA-9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02EEA-CEC8-45C5-BF89-CFFA81F3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3009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0AADA3-3924-4A62-BDEC-25F09EBE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C45"/>
                </a:solidFill>
              </a:defRPr>
            </a:pPr>
            <a:r>
              <a:rPr sz="1350" b="0">
                <a:solidFill>
                  <a:srgbClr val="132C45"/>
                </a:solidFill>
              </a:rPr>
              <a:t>MCCB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CAE4-6C4B-49AC-BC23-ECADF03A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E0B2A-5D62-4300-B1FC-992EE09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355A91F-8D8F-4C7D-81F3-6FFEE42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634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Sasaran sentuh ≥ 44 px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59DB2E4-04D1-49D2-868F-707B4EF7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634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Butang dan tab mudah digunakan pada telefon.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99886-A2D2-4DA1-9740-240CDEF3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3A953-C325-4EED-AB86-E0F10207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A63"/>
          </a:solidFill>
          <a:ln xmlns:a="http://schemas.openxmlformats.org/drawingml/2006/main" w="9525">
            <a:solidFill>
              <a:srgbClr val="208A63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D30D21E-8D1C-417B-9F64-69BE9F28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86100"/>
            <a:ext cx="634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Label + unit sentiasa jelas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75B45A6-AD15-4BDC-817E-B950B08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86150"/>
            <a:ext cx="634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Contoh: Rated Current (A), Short Circuit (kA), Trip 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B0B22-504F-4D06-8EFC-8C7E9770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19550"/>
            <a:ext cx="676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F03E6-4BF4-4280-B7D1-3C4DF0A4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19550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4C542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D82BEEA-47B5-4CE1-B6AE-CFD6000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91000"/>
            <a:ext cx="634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Kegagalan tidak memadam konteks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25CADC7-7688-4880-9931-827B2BE8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634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Kekalkan data borang dan beri arahan cuba semula.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63D0BB0-8EF8-46C6-8A1B-9E4E673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7685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C45"/>
                </a:solidFill>
              </a:defRPr>
            </a:pPr>
            <a:r>
              <a:rPr sz="1575" b="1">
                <a:solidFill>
                  <a:srgbClr val="132C45"/>
                </a:solidFill>
              </a:rPr>
              <a:t>Mobile-first bukan mengecilkan desktop — ia menyusun keputusan mengikut keutamaan.</a:t>
            </a:r>
          </a:p>
        </p:txBody>
      </p:sp>
    </p:spTree>
    <p:extLst>
      <p:ext uri="{BB962C8B-B14F-4D97-AF65-F5344CB8AC3E}">
        <p14:creationId xmlns:p14="http://schemas.microsoft.com/office/powerpoint/2010/main" val="1241653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10EAD04-22AB-4722-9DA0-9DFCAB8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LOGIK KLIEN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BE110-AEDE-4832-B91C-ECDC90C0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Satu corak penghantaran untuk semua modul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2CF4B5-E5FF-4B40-9AAE-8DC3FE3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08D94-BA59-4764-BF80-99110C6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768711-B191-446C-8C81-976474B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32C45"/>
                </a:solidFill>
              </a:defRPr>
            </a:pPr>
            <a:r>
              <a:rPr sz="3000" b="1">
                <a:solidFill>
                  <a:srgbClr val="132C45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AB0F19-C513-4DB7-BCCB-BDB3ED59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Tangkap submit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4128D2-09F8-4EF0-9999-0E06EE2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AC26-59C9-4094-B7E6-E09CC26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3F783A-CEB5-4D52-AC77-F6CEF12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32C45"/>
                </a:solidFill>
              </a:defRPr>
            </a:pPr>
            <a:r>
              <a:rPr sz="3000" b="1">
                <a:solidFill>
                  <a:srgbClr val="132C45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0E02FA-745D-4D16-AF19-C712804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Validasi medan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55A4276-EF59-4A38-9A7F-583547BB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7519E-FF99-45F5-9680-C115F78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E8D3A2-890D-4EE0-8162-10D2F0C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32C45"/>
                </a:solidFill>
              </a:defRPr>
            </a:pPr>
            <a:r>
              <a:rPr sz="3000" b="1">
                <a:solidFill>
                  <a:srgbClr val="132C45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03A9E4-6529-49BD-B3E8-98BC407C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Bina objek data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6B8B91-3D27-4016-9E97-1AA0049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934CD-D158-48A9-B530-76B449B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FC7096-4204-41C5-B0D5-EB1CB92B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32C45"/>
                </a:solidFill>
              </a:defRPr>
            </a:pPr>
            <a:r>
              <a:rPr sz="3000" b="1">
                <a:solidFill>
                  <a:srgbClr val="132C45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63A29FA-D3A4-4878-B1F2-75E5F8CD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Baca lampiran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F6A9066-9235-4EB6-A2A2-7579193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05A90-08DF-49EA-BB41-48B9635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A10E89-A858-4697-A21F-98614AA8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976D2"/>
                </a:solidFill>
              </a:defRPr>
            </a:pPr>
            <a:r>
              <a:rPr sz="3000" b="1">
                <a:solidFill>
                  <a:srgbClr val="1976D2"/>
                </a:solidFill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13169A-7ADA-4E1D-B8C7-97FF1F8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POST JSON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06A59A7-BDBE-4448-97E7-90464175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32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03EC6-05FF-45EE-899C-4867819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247900"/>
            <a:ext cx="1504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D0A28DE-6EE0-45CF-A611-7C20E533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57450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32C45"/>
                </a:solidFill>
              </a:defRPr>
            </a:pPr>
            <a:r>
              <a:rPr sz="3000" b="1">
                <a:solidFill>
                  <a:srgbClr val="132C45"/>
                </a:solidFill>
              </a:rPr>
              <a:t>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EA890B4-E26D-46AA-A158-024B09B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2004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C45"/>
                </a:solidFill>
              </a:defRPr>
            </a:pPr>
            <a:r>
              <a:rPr sz="1350" b="1">
                <a:solidFill>
                  <a:srgbClr val="132C45"/>
                </a:solidFill>
              </a:rPr>
              <a:t>Papar ID / ralat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28E3-FFA1-472A-81E8-CC5FBCC1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0791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5331E9A-23C5-4D52-99A4-207645D6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MCCB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85BC851-4D66-43E1-8181-9107DDE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625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Rated-at-test = Rated Current × TCD  |  Arus ujian = Rated-at-test × 1.05 / 1.30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730AE16-C0F8-4DDB-A6A3-E32B06FF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197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8E8"/>
                </a:solidFill>
              </a:defRPr>
            </a:pPr>
            <a:r>
              <a:rPr sz="1200" b="0">
                <a:solidFill>
                  <a:srgbClr val="C8D8E8"/>
                </a:solidFill>
              </a:rPr>
              <a:t>Simpan input mentah dan nilai terbitan untuk audit.</a:t>
            </a:r>
          </a:p>
        </p:txBody>
      </p:sp>
    </p:spTree>
    <p:extLst>
      <p:ext uri="{BB962C8B-B14F-4D97-AF65-F5344CB8AC3E}">
        <p14:creationId xmlns:p14="http://schemas.microsoft.com/office/powerpoint/2010/main" val="839119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72F5F67-BD87-48F3-9432-078A08A1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BACKEND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AA8DB-D87C-40E9-AA64-B9DB045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Apps Script menulis sebagai pemilik deployment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F77F53-6B88-4098-B5F6-F66003AC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DE666-46EA-437A-9875-3739A2B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2E626-0E82-48C9-BD95-38D702C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524681-5227-4776-95E9-2191A1F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doGet / doPost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D99C67-4BF3-442B-BDD7-217434FD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Permintaan →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7BD5A-1BF3-43D1-9183-6C8A5C24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CD037-F818-4087-8351-28A666B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6E0D18-AF7A-459A-84CA-660FD26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8120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ensureSetup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2F5E92D-4DCA-4E92-8956-34DD6923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Cipta / buka storan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5D33B-0E7D-4E39-A85F-5FBBB748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02EE8-2E70-494D-83C9-E9C87538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BFF11D1-41C9-43EF-B8CA-42136B7A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saveRecord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ED5121-5154-4F86-97E6-C29FC1D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Lock + ID + appendRow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1E1FE-37B0-475B-8E07-C2697B20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4800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EE048-BBD6-4791-BA43-7AF000C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4800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A63"/>
          </a:solidFill>
          <a:ln xmlns:a="http://schemas.openxmlformats.org/drawingml/2006/main" w="9525">
            <a:solidFill>
              <a:srgbClr val="208A63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8DCCC8-9644-4F2E-9CBC-9A2DB37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1945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saveAttachment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0DE008C-E7F2-4F9D-BF14-BAFF9AAC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1950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Base64 → Drive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01CF5-1A45-4CC8-B3BC-99775392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37A4D3-8F92-43B3-9A52-19FCC62E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7015C5-4930-4BA0-AD39-6331859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getDashboardSummary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5686E6-39D8-446A-8630-1029CC70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Metrik + aktiviti terkini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83956-4495-45E1-B98B-DA326D02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86250"/>
            <a:ext cx="5191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1E6E9-73C5-4222-9A63-C9859FE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86250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4D37C64-0F1A-483C-9FC6-2AB9EC6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4772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getStorageLinks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2E78E63-44A2-4F5E-B5DB-116967C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57750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URL pentadbir</a:t>
            </a:r>
          </a:p>
        </p:txBody>
      </p:sp>
    </p:spTree>
    <p:extLst>
      <p:ext uri="{BB962C8B-B14F-4D97-AF65-F5344CB8AC3E}">
        <p14:creationId xmlns:p14="http://schemas.microsoft.com/office/powerpoint/2010/main" val="428303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EDB6BCC-F6F8-4799-867E-A84DD29B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STORAN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8B35DF-E30A-4003-87F8-C1D408C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Satu baris ialah satu rekod; objek berulang disimpan sebagai JSON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F17C03-DED1-416F-BE58-F4797F9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BD577-1311-42AE-94CB-B5453045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33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6D12F3-DF9F-4827-90D5-A5732E41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logbook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6C0354-51DA-4AD7-B384-B44453C0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C45"/>
                </a:solidFill>
              </a:defRPr>
            </a:pPr>
            <a:r>
              <a:rPr sz="2550" b="1">
                <a:solidFill>
                  <a:srgbClr val="132C45"/>
                </a:solidFill>
              </a:rPr>
              <a:t>LOG-…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0AEBCA-6814-47BE-9933-1B391EB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Aktiviti · masa · status · URL lampiran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5E1D4C-97DC-4722-AC39-EFC714A3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8A63"/>
                </a:solidFill>
              </a:defRPr>
            </a:pPr>
            <a:r>
              <a:rPr sz="1200" b="1">
                <a:solidFill>
                  <a:srgbClr val="208A63"/>
                </a:solidFill>
              </a:rPr>
              <a:t>Google Sheets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E4CA9-22E0-47CF-8533-8D72FA6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66900"/>
            <a:ext cx="3333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3C903B1-68FB-48A3-BAE1-DEF58789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asset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D9A293-F246-4E30-AF0B-B3799CD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C45"/>
                </a:solidFill>
              </a:defRPr>
            </a:pPr>
            <a:r>
              <a:rPr sz="2550" b="1">
                <a:solidFill>
                  <a:srgbClr val="132C45"/>
                </a:solidFill>
              </a:rPr>
              <a:t>PA9-…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2606F5-47CE-4240-9DCB-EC65BC3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Pemohon · tujuan · status · items JSON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188670-5D8A-4CDF-AA3F-792D3D6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8A63"/>
                </a:solidFill>
              </a:defRPr>
            </a:pPr>
            <a:r>
              <a:rPr sz="1200" b="1">
                <a:solidFill>
                  <a:srgbClr val="208A63"/>
                </a:solidFill>
              </a:rPr>
              <a:t>Google 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704C0-BC63-4D42-A9DA-EE715986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333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D891ED-C5FF-4DB9-97E3-7B4FB69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mccb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2388218-1A5A-4870-A5EB-E0B97C0E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C45"/>
                </a:solidFill>
              </a:defRPr>
            </a:pPr>
            <a:r>
              <a:rPr sz="2550" b="1">
                <a:solidFill>
                  <a:srgbClr val="132C45"/>
                </a:solidFill>
              </a:rPr>
              <a:t>TR-…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E3547F-01CE-4AC6-B5AB-4C77A36B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MCCB · ujian · readings JSON · keputusan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1810FA7-6FCE-433D-8937-048DAE37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8A63"/>
                </a:solidFill>
              </a:defRPr>
            </a:pPr>
            <a:r>
              <a:rPr sz="1200" b="1">
                <a:solidFill>
                  <a:srgbClr val="208A63"/>
                </a:solidFill>
              </a:rPr>
              <a:t>Google Sheets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7D47148-B835-462F-932F-92E49126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Folder Drive kekal private; helaian hanya dikongsi dengan petugas yang memerlukan.</a:t>
            </a:r>
          </a:p>
        </p:txBody>
      </p:sp>
    </p:spTree>
    <p:extLst>
      <p:ext uri="{BB962C8B-B14F-4D97-AF65-F5344CB8AC3E}">
        <p14:creationId xmlns:p14="http://schemas.microsoft.com/office/powerpoint/2010/main" val="1473392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7794D1D-5EBB-4B15-8464-6E1E909A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DEPLOYMENT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8F88BA-85BF-490A-ABB5-7ACA7BD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Empat keputusan membawa kod tempatan ke produksi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A88166-F46E-438A-8DC8-2526DDE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CC5689-5C0E-4EA8-B402-5420A023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9530F-8132-46A5-850C-4010C6DD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457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80A8CD-AD46-4C83-B9BC-3838B410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Deploy Apps Script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43FE9B-2795-4184-B29A-F1458EA4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Execute as Me · pilih akses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9B55D0E-5D61-4FF8-A536-BF7E159E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DDFBBD-4B74-418E-8232-6CAEA8D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EE8A6-8BD8-4F3D-B715-9F48B92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457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E84E72-C80E-44BD-A69B-03FF63F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Sambung config.js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EBF7DB-E8F5-4E99-87E4-BD72497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Gunakan URL /exec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DFFC01-A7D9-41FC-A42C-BBB5D72F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43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5BD5ADA-D39C-4A5F-AC54-D433E87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CAA70-9E53-4D60-A355-2112AE07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457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D46D864-7BE9-47A3-838F-3DFFA97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Commit + push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9450B9-6E22-4584-9268-9EB3CC4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main → GitHub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B40BBF-8DCA-43FB-B6A0-07FC2A2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E38BC8-84FA-47CE-B89D-20E0EF2F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EF793-F32D-4293-A3DE-011F226B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2457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536259C-C6C1-4378-9803-C8384B8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Aktifkan Pages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4C5D7F8-A089-4DAA-8954-A3603918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branch main · root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22111-AD93-40C9-8BA1-6866ECD3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029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83B1D63-7AD1-4B81-8937-73B8B814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Produksi: https://drmurtadha.github.io/mpe-hub/</a:t>
            </a:r>
          </a:p>
        </p:txBody>
      </p:sp>
    </p:spTree>
    <p:extLst>
      <p:ext uri="{BB962C8B-B14F-4D97-AF65-F5344CB8AC3E}">
        <p14:creationId xmlns:p14="http://schemas.microsoft.com/office/powerpoint/2010/main" val="67693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29E4F82-B6B7-4E92-9329-9157679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AKSES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65BEDF-642A-4152-8237-1DE90917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Laman boleh awam; data tidak semestinya awam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8A62175-8399-4282-A54B-0A322A3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20411-F343-44FA-B5D7-B0AAC3A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953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CF8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80C091-E0A3-469B-AF59-70C0F64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BOLEH DILIHAT UMUM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7DC8A5-1BBF-4D31-BE04-47DFFA86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ECEA0E-D8D5-4A6D-AD59-FFB0DEA1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GitHub Pages dan kod klien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8DCEE1-DF75-4678-9BDE-B2C29C0B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0ACFA66-BB93-4FF4-955C-D2F07CBA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URL Apps Script dalam config.js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604DE8-4F23-41A1-8BCC-5E69B2FF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43DE65-8203-4F14-B619-A5E2B013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Dokumentasi dan bahan muat turun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0216D-8F66-4602-AADD-E2DFF439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56769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85A8D73-8FE9-4B1A-9BC7-F4632D7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KEKAL PRIVATE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33F0E9B-93D5-4351-A7AB-17E6CC62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95C834-7787-45E1-9556-1252BBE9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Google Sheets pangkalan data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623002-726B-4EB0-A751-39F507F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61B625-4B2E-4C45-A9E0-E1D52C7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Folder Drive lampiran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1C1BF70-B9C6-4E51-8263-73F81E2F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6D2"/>
                </a:solidFill>
              </a:defRPr>
            </a:pPr>
            <a:r>
              <a:rPr sz="1425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05DB60F-123F-46AC-BD2F-AAFF9B35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C45"/>
                </a:solidFill>
              </a:defRPr>
            </a:pPr>
            <a:r>
              <a:rPr sz="1425" b="0">
                <a:solidFill>
                  <a:srgbClr val="132C45"/>
                </a:solidFill>
              </a:rPr>
              <a:t>Akaun pemilik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4B745-81DB-468F-B2EF-FE2FF51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5181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0BE960-8360-456A-9B32-2012522C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542"/>
                </a:solidFill>
              </a:defRPr>
            </a:pPr>
            <a:r>
              <a:rPr sz="1275" b="1">
                <a:solidFill>
                  <a:srgbClr val="F4C542"/>
                </a:solidFill>
              </a:rPr>
              <a:t>Untuk data sensitif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0EAE620-FF3D-4F08-844A-6C9CF22B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Hadkan kepada domain / tambah autentikasi dan rate limit.</a:t>
            </a:r>
          </a:p>
        </p:txBody>
      </p:sp>
    </p:spTree>
    <p:extLst>
      <p:ext uri="{BB962C8B-B14F-4D97-AF65-F5344CB8AC3E}">
        <p14:creationId xmlns:p14="http://schemas.microsoft.com/office/powerpoint/2010/main" val="17166572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8A4BEBC-78D3-4C07-A3CA-C66F0F60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PENERIMAAN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216188-EC5A-475F-985B-0C531038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Uji pengalaman, ketepatan data dan kegagalan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7583B89-391F-4909-B0B7-11D723A2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D28FF-446D-4D06-8E84-CC8F5D0A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FCB715-A64C-49A1-A1C0-78BEB766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BF4FD0-1CDB-466D-98A3-8E360A61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Telefon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D082A0-7991-492F-9A5F-2BE4C629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Tiada skrol mendatar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2CC41-F094-414D-A6D2-8589B68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D6F2A78-B1B8-4972-B748-4B239672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812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931C3E-38DF-4049-9996-CE39566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Buku Log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772214-A77B-404F-B39E-376F4ED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Baris + lampiran wujud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FC012-5B14-4F91-AFB1-03DD57E3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DE734EF-DDA3-4D5A-ABF7-963E2B0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1829821-A472-4116-B46B-3C6399B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KEW.PA-9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21D1772-8B45-424D-98FB-EDF365D6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86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items JSON lengkap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26889-9FDA-4BEC-B6E2-1CD01F52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8247AD-94D2-4907-9518-916FC46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0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A1141CA-1DC5-4BE1-AB06-36A1B0C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MCCB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90808BF-9F3B-4F98-9FD1-DD07568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1.05 / 1.30 betul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8AFE8-0D13-44C3-9EA7-FBD8F287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AD92326-6190-40B1-B33E-893CAD45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2F76BCA-B84B-4F0A-ABA5-B655111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Rangkaian putus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C48638B-D5FA-4D1F-9573-6839B20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Boleh cuba semula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CF0829-9757-4308-A1D1-AC3A9B2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238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9459245-8409-42E2-8934-1A66C811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T06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05F7696-CCCD-40D8-8F65-5871E12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5"/>
                </a:solidFill>
              </a:defRPr>
            </a:pPr>
            <a:r>
              <a:rPr sz="1500" b="1">
                <a:solidFill>
                  <a:srgbClr val="132C45"/>
                </a:solidFill>
              </a:rPr>
              <a:t>Dashboard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CFEF2F1-9625-46D6-8EFA-51998AB2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874"/>
                </a:solidFill>
              </a:defRPr>
            </a:pPr>
            <a:r>
              <a:rPr sz="1275" b="0">
                <a:solidFill>
                  <a:srgbClr val="5B6874"/>
                </a:solidFill>
              </a:rPr>
              <a:t>Metrik sepadan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D67059E-E75C-4421-9BED-F46EC3B8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Sistem siap apabila pemilik proses mengesahkan medan, kiraan dan tahap akses.</a:t>
            </a:r>
          </a:p>
        </p:txBody>
      </p:sp>
    </p:spTree>
    <p:extLst>
      <p:ext uri="{BB962C8B-B14F-4D97-AF65-F5344CB8AC3E}">
        <p14:creationId xmlns:p14="http://schemas.microsoft.com/office/powerpoint/2010/main" val="3870410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BDF1922-74F9-4991-A04B-D54C53E2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LATIHAN AMALI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5D935-D014-4849-9BEE-569EC09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Lima aktiviti menghasilkan bukti yang boleh disemak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1503B4-1F88-4EB7-9E46-CA858A1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AF6B3-35AF-4F27-97CD-619756D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093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661357-ACDA-44CF-821A-580E57D9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15 min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FF7909-E6C4-42EF-B6BA-7227F31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76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Peta medan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1E3A98-18B0-442F-86D5-4CDB07A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764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Satu borang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CFF77-672D-4EEB-ACC8-18C7303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1093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8B13DE-68EF-434C-A5B9-95A84421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20 min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94F3FC-4AA2-46DA-90B8-D83BACC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Isi 3 modul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DCBE9D-226A-42D7-8CE4-DBD1023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Tiga ID rekod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E51FB-E0EA-44B6-B420-A2549D3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093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1C669D-B888-40DD-9407-AB90D96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15 min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A1792D-466F-4B9F-8E2D-707C80EC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528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Semak storan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788F35-A478-409A-9C63-33727C37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Padanan disahkan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51D42-C393-4BE2-B5D2-814F27A8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093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32858A-A717-4B69-9A1D-95D8A452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20 min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176942-E98D-44A5-9474-E5E52C0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910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Ubah + commit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FFE8323-0661-4154-A85E-574AB292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910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Satu versi baharu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AD5C1-BC99-4BE2-A4EF-CB1D4D15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0934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20AC1E8-9278-4123-BCDD-E5711B86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D2"/>
                </a:solidFill>
              </a:defRPr>
            </a:pPr>
            <a:r>
              <a:rPr sz="1350" b="1">
                <a:solidFill>
                  <a:srgbClr val="1976D2"/>
                </a:solidFill>
              </a:rPr>
              <a:t>10 min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B87B547-DC6E-4B9D-A9AE-4CB492DC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292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C45"/>
                </a:solidFill>
              </a:defRPr>
            </a:pPr>
            <a:r>
              <a:rPr sz="1650" b="1">
                <a:solidFill>
                  <a:srgbClr val="132C45"/>
                </a:solidFill>
              </a:rPr>
              <a:t>Semak Pages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39B77F3-A91F-4068-B667-1F625C9C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292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4"/>
                </a:solidFill>
              </a:defRPr>
            </a:pPr>
            <a:r>
              <a:rPr sz="1425" b="0">
                <a:solidFill>
                  <a:srgbClr val="5B6874"/>
                </a:solidFill>
              </a:rPr>
              <a:t>Pautan aktif</a:t>
            </a:r>
          </a:p>
        </p:txBody>
      </p:sp>
    </p:spTree>
    <p:extLst>
      <p:ext uri="{BB962C8B-B14F-4D97-AF65-F5344CB8AC3E}">
        <p14:creationId xmlns:p14="http://schemas.microsoft.com/office/powerpoint/2010/main" val="1581245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A109D09-6B1B-45B5-80A0-13BFCC31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6D2"/>
                </a:solidFill>
              </a:defRPr>
            </a:pPr>
            <a:r>
              <a:rPr sz="1050" b="1">
                <a:solidFill>
                  <a:srgbClr val="1976D2"/>
                </a:solidFill>
              </a:rPr>
              <a:t>SERAHAN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37F429-910E-4CEB-8A07-8E87F05A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C45"/>
                </a:solidFill>
              </a:defRPr>
            </a:pPr>
            <a:r>
              <a:rPr sz="2850" b="1">
                <a:solidFill>
                  <a:srgbClr val="132C45"/>
                </a:solidFill>
              </a:rPr>
              <a:t>Dokumentasi memastikan sistem tidak bergantung pada seorang pembangun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3DE"/>
            </a:solidFill>
            <a:prstDash val="solid"/>
          </a:ln>
        </p:spPr>
      </p:cxn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ED8C19-3CC1-4AB2-8330-703A189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436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874"/>
                </a:solidFill>
              </a:defRPr>
            </a:pPr>
            <a:r>
              <a:rPr sz="975" b="0">
                <a:solidFill>
                  <a:srgbClr val="5B6874"/>
                </a:solidFill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DC1B85-2F0C-4719-8A90-885994F9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24FD5B0-CB38-4AE8-B9B0-D9476FFC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C45"/>
                </a:solidFill>
              </a:defRPr>
            </a:pPr>
            <a:r>
              <a:rPr sz="1500" b="0">
                <a:solidFill>
                  <a:srgbClr val="132C45"/>
                </a:solidFill>
              </a:rPr>
              <a:t>URL aplikasi dan dokumentasi diuji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18C041-5DFB-4818-A52E-C532DA8C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670200-0054-4297-8B50-F20BE251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C45"/>
                </a:solidFill>
              </a:defRPr>
            </a:pPr>
            <a:r>
              <a:rPr sz="1500" b="0">
                <a:solidFill>
                  <a:srgbClr val="132C45"/>
                </a:solidFill>
              </a:rPr>
              <a:t>Repositori mempunyai sejarah commit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D53260-7C8D-4E63-8B1A-5EEBFE38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B21911-5D4C-410E-97C7-9A5CB86F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C45"/>
                </a:solidFill>
              </a:defRPr>
            </a:pPr>
            <a:r>
              <a:rPr sz="1500" b="0">
                <a:solidFill>
                  <a:srgbClr val="132C45"/>
                </a:solidFill>
              </a:rPr>
              <a:t>Apps Script menggunakan deployment terkini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F9E550-B279-41A9-943D-3AAAFD24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A0DC95-70FC-42E0-B005-9954D56E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C45"/>
                </a:solidFill>
              </a:defRPr>
            </a:pPr>
            <a:r>
              <a:rPr sz="1500" b="0">
                <a:solidFill>
                  <a:srgbClr val="132C45"/>
                </a:solidFill>
              </a:rPr>
              <a:t>Sheets/Drive dimiliki akaun yang sesuai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2F2362-87CD-42C9-A5C5-11FFD39B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E4C7F9-59D1-435D-8044-A7F583C2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C45"/>
                </a:solidFill>
              </a:defRPr>
            </a:pPr>
            <a:r>
              <a:rPr sz="1500" b="0">
                <a:solidFill>
                  <a:srgbClr val="132C45"/>
                </a:solidFill>
              </a:rPr>
              <a:t>Sandaran dan pentadbir kedua tersedia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DEAE8-D003-4E83-B734-CDD4A267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3733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C45"/>
          </a:solidFill>
          <a:ln xmlns:a="http://schemas.openxmlformats.org/drawingml/2006/main" w="9525">
            <a:solidFill>
              <a:srgbClr val="132C45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25352A-E7A4-496C-97D4-89701F50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PAUTAN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8B562C4-BCB7-4A12-B177-7DF3AAE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542"/>
                </a:solidFill>
              </a:defRPr>
            </a:pPr>
            <a:r>
              <a:rPr sz="1275" b="1">
                <a:solidFill>
                  <a:srgbClr val="F4C542"/>
                </a:solidFill>
              </a:rPr>
              <a:t>Aplikasi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1721F3-C1A3-4B23-B836-8C98266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drmurtadha.github.io/mpe-hub/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1A2AD5-1425-4C05-98E2-0EB193F0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542"/>
                </a:solidFill>
              </a:defRPr>
            </a:pPr>
            <a:r>
              <a:rPr sz="1275" b="1">
                <a:solidFill>
                  <a:srgbClr val="F4C542"/>
                </a:solidFill>
              </a:rPr>
              <a:t>Dokumentasi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BA2A4B-BDCD-4AF7-B8DB-1DD1A60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67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…/mpe-hub/docs.html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9F0B7A6-FB48-44C4-AE49-9A0CEFB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C542"/>
                </a:solidFill>
              </a:defRPr>
            </a:pPr>
            <a:r>
              <a:rPr sz="1275" b="1">
                <a:solidFill>
                  <a:srgbClr val="F4C542"/>
                </a:solidFill>
              </a:rPr>
              <a:t>Repositori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28B3CD8-5748-42B2-A0C2-B85FF080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github.com/drMurtadha/mpe-hub</a:t>
            </a:r>
          </a:p>
        </p:txBody>
      </p:sp>
    </p:spTree>
    <p:extLst>
      <p:ext uri="{BB962C8B-B14F-4D97-AF65-F5344CB8AC3E}">
        <p14:creationId xmlns:p14="http://schemas.microsoft.com/office/powerpoint/2010/main" val="14741645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B66852C-6154-4352-865A-CE515B9D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MPE HUB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F75C65-C61A-42B7-B45F-AE6B853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C45"/>
                </a:solidFill>
              </a:defRPr>
            </a:pPr>
            <a:r>
              <a:rPr sz="4350" b="1">
                <a:solidFill>
                  <a:srgbClr val="132C45"/>
                </a:solidFill>
              </a:rPr>
              <a:t>Digitalisasi yang baik boleh dijejaki, dikawal dan diwariskan.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C2DCED-72ED-47E3-9C90-B2E7A37C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Bina kecil · uji sebenar · lindungi data · dokumentasikan keputusan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646985-8B71-4F0B-BD59-8BF56ADD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874"/>
                </a:solidFill>
              </a:defRPr>
            </a:pPr>
            <a:r>
              <a:rPr sz="1350" b="0">
                <a:solidFill>
                  <a:srgbClr val="5B6874"/>
                </a:solidFill>
              </a:rPr>
              <a:t>Prof. Madya Dr. Mohd Murtadha Mohamad  |  Bengkel MPE 2026</a:t>
            </a:r>
          </a:p>
        </p:txBody>
      </p:sp>
    </p:spTree>
    <p:extLst>
      <p:ext uri="{BB962C8B-B14F-4D97-AF65-F5344CB8AC3E}">
        <p14:creationId xmlns:p14="http://schemas.microsoft.com/office/powerpoint/2010/main" val="7049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2026-07-16T02:22:42.1520000Z</dcterms:created>
  <dcterms:modified xsi:type="dcterms:W3CDTF">2026-07-16T02:22:42.1520000Z</dcterms:modified>
</coreProperties>
</file>